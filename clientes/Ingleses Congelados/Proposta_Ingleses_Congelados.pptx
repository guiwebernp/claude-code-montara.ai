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3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A342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B8504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B85042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DIGITAL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Site, presença local 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para a Ingleses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fábrica para as lojas: um ecossistema digital para atrair franqueados, vender mais em cada unidade e ganhar espaço no Google e no Instagram.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Ingleses Indústria de Pães e Congelados  |  Julho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ENCONTRAMOS HOJE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site atual deixa oportunidade na mesa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7F3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sessions/exciting-nifty-goodall/mnt/outputs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19227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7568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institucional datado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antigo, fichas técnicas com nomes de arquivo quebrados e navegação apenas por âncoras.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7F3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sessions/exciting-nifty-goodall/mnt/outputs/icons/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954" y="219227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7568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lojas, uma página só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83464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Ingleses, Campeche, Pantanal, Pagani e Campinas competem pela mesma página no Google — nenhuma aparece bem nas buscas locais.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7F3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5720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sessions/exciting-nifty-goodall/mnt/outputs/icons/ins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46611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445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sem conteúdo consistente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8680" y="5303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forte na loja física, mas pouca presença de conteúdo pensado para redes sociais.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2519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7F3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5720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/sessions/exciting-nifty-goodall/mnt/outputs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954" y="466115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5445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estratégia de SEO ou tráfego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00800" y="5303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procura 'pão congelado perto de mim' ou 'fornecedor de salgados' não encontra a Ingleses primeiro.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PARCERIA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ecossistema digital com quatro frentes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sessions/exciting-nifty-goodall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219227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Atrair franqueados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institucional que mostra escala (25 anos, 150 colaboradores, 6 lojas) para quem pensa em investir na marca.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sessions/exciting-nifty-goodall/mnt/outputs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954" y="219227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1168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Atrair supermercados e atacadistas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83464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SEO e anúncios falando a língua de compradores como Brasil Atacadista e Supermercados Imperatriz.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5720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sessions/exciting-nifty-goodall/mnt/outputs/icons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46611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805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cada loja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5303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locais para as lojas ranquearem no Google e no Maps na própria região.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25196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5720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1" name="Image 3" descr="/sessions/exciting-nifty-goodall/mnt/outputs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954" y="466115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8056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demanda constante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00800" y="5303520"/>
            <a:ext cx="4434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Conteúdo, SEO e tráfego pago trabalhando juntos para trazer clientes B2B e B2C todo mês.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7A34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/sessions/exciting-nifty-goodall/mnt/outputs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74706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1 · JÁ ENTREGUE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057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Institucional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isca de entrada: já desenvolvemos uma versão profissional para vocês avaliarem, sem compromisso.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822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está pronto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663440" y="1609344"/>
            <a:ext cx="256032" cy="256032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0" name="Image 1" descr="/sessions/exciting-nifty-goodall/mnt/outpu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6642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14813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para futuros franqueados: história, números e diferenciais da marca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663440" y="2569464"/>
            <a:ext cx="256032" cy="256032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3" name="Image 2" descr="/sessions/exciting-nifty-goodall/mnt/outpu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624328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244144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completo dos 180+ produtos, organizado por categoria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663440" y="3529584"/>
            <a:ext cx="256032" cy="256032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6" name="Image 3" descr="/sessions/exciting-nifty-goodall/mnt/outpu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584448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74920" y="340156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moderno, rápido e adaptado para celular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663440" y="4489704"/>
            <a:ext cx="256032" cy="256032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9" name="Image 4" descr="/sessions/exciting-nifty-goodall/mnt/outpu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544568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74920" y="436168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contato e integração direta com WhatsApp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4663440" y="55321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"Este site já está no ar e pode ser mostrado hoje mesmo como demonstração — o restante do pacote é o que transforma essa vitrine em resultado."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Atrair novos supermercados e atacadistas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social que já existe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7F3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9631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“Empresa flexível, que busca sempre atender as necessidades do cliente. Produtos de extrema qualidade.”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Supermercados Imperatriz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7F3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14223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“Empresa séria e de confiança. Entrega rápida e produtos de qualidade, uma das melhores do segmento.”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983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 Atacadista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reais já atendidos pela Ingleses — a meta é atrair mais compradores desse porte.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pacote atrai mais clientes assim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23774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2402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B2B completo, com fichas técnicas dos 180+ produtos prontas para avaliação de compradores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333756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200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“Seja um parceiro/revendedor” com contato comercial separado do consumidor final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29768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1605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com termos de busca de quem compra: “fornecedor de pães congelados para supermercado”, “distribuidor de salgados atacado”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525780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5120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Google e LinkedIn Ads segmentadas para compradores e gestores de compras de redes varejistas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landing page para cada loja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separar por loja?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Google prioriza páginas específicas de bairro/cidade — uma home genérica não ranqueia bem para 5 endereços diferentes.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358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loja ganha seu próprio endereço, mapa, telefone e WhatsApp — sem confundir o cliente.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502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anúncios e promoções segmentadas por região, com métricas separadas por unidade.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646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 o perfil do Google Meu Negócio de cada loja, aumentando avaliações e visitas.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lojas, 5 páginas locais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7F3E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255574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0" descr="/sessions/exciting-nifty-goodall/mnt/outputs/icons/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200" y="2622316"/>
            <a:ext cx="378927" cy="37892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12280" y="228600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86800" y="228600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7F3EF"/>
          </a:solidFill>
          <a:ln/>
        </p:spPr>
      </p:sp>
      <p:sp>
        <p:nvSpPr>
          <p:cNvPr id="19" name="Shape 16"/>
          <p:cNvSpPr/>
          <p:nvPr/>
        </p:nvSpPr>
        <p:spPr>
          <a:xfrm>
            <a:off x="8851392" y="255574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0" name="Image 1" descr="/sessions/exciting-nifty-goodall/mnt/outputs/icons/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960" y="2622316"/>
            <a:ext cx="378927" cy="37892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464040" y="228600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Campeche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035040" y="3566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7F3EF"/>
          </a:solidFill>
          <a:ln/>
        </p:spPr>
      </p:sp>
      <p:sp>
        <p:nvSpPr>
          <p:cNvPr id="23" name="Shape 19"/>
          <p:cNvSpPr/>
          <p:nvPr/>
        </p:nvSpPr>
        <p:spPr>
          <a:xfrm>
            <a:off x="6199632" y="383590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4" name="Image 2" descr="/sessions/exciting-nifty-goodall/mnt/outputs/icons/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200" y="3902476"/>
            <a:ext cx="378927" cy="37892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12280" y="3566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Pantanal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686800" y="3566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7F3EF"/>
          </a:solidFill>
          <a:ln/>
        </p:spPr>
      </p:sp>
      <p:sp>
        <p:nvSpPr>
          <p:cNvPr id="27" name="Shape 22"/>
          <p:cNvSpPr/>
          <p:nvPr/>
        </p:nvSpPr>
        <p:spPr>
          <a:xfrm>
            <a:off x="8851392" y="383590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8" name="Image 3" descr="/sessions/exciting-nifty-goodall/mnt/outputs/icons/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960" y="3902476"/>
            <a:ext cx="378927" cy="37892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64040" y="356616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Pagani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035040" y="4846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7F3EF"/>
          </a:solidFill>
          <a:ln/>
        </p:spPr>
      </p:sp>
      <p:sp>
        <p:nvSpPr>
          <p:cNvPr id="31" name="Shape 25"/>
          <p:cNvSpPr/>
          <p:nvPr/>
        </p:nvSpPr>
        <p:spPr>
          <a:xfrm>
            <a:off x="6199632" y="5116068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2" name="Image 4" descr="/sessions/exciting-nifty-goodall/mnt/outputs/icons/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200" y="5182636"/>
            <a:ext cx="378927" cy="37892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12280" y="48463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Campinas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para Instagram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33172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sessions/exciting-nifty-goodall/mnt/outpu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925" y="243870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Carrosséis de produto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destacando linhas de pães, salgados e doces — pensadas para conversão com clientes B2B e consumidor final.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09260" y="233172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sessions/exciting-nifty-goodall/mnt/outputs/icons/ins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245" y="243870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institucionais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2628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Bastidores da fábrica, história da marca e depoimentos de parceiros, reforçando autoridade e confiança.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12580" y="233172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sessions/exciting-nifty-goodall/mnt/outputs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565" y="243870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mensal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22960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postagens com datas comerciais e lançamentos, mantendo constância no feed.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— ser encontrado no Google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188720" cy="11887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/sessions/exciting-nifty-goodall/mnt/outpu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2074774"/>
            <a:ext cx="879653" cy="8796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9202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"pão congelado Florianópolis"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"fornecedor de pães congelados para supermercado"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"distribuidor de salgados congelados atacado"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103120" y="3429000"/>
            <a:ext cx="3931920" cy="0"/>
          </a:xfrm>
          <a:prstGeom prst="line">
            <a:avLst/>
          </a:prstGeom>
          <a:noFill/>
          <a:ln w="12700">
            <a:solidFill>
              <a:srgbClr val="A7BE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36118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que clientes B2B e consumidores já fazem — e que hoje não levam até a Ingleses.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no pacote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92240" y="23774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2402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técnica do site e das páginas de loja (velocidade, títulos, descrições)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92240" y="32918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3154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focadas em produtos e nas regiões de cada loja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92240" y="42062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4069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otimização do Google Meu Negócio de cada unidade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92240" y="5120640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9834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conteúdo (fichas técnicas, blog) para ranquear a médio prazo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A3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Tráfego pago com propósito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1805940" y="2331720"/>
            <a:ext cx="822960" cy="822960"/>
          </a:xfrm>
          <a:prstGeom prst="ellipse">
            <a:avLst/>
          </a:prstGeom>
          <a:solidFill>
            <a:srgbClr val="7A342A"/>
          </a:solidFill>
          <a:ln/>
        </p:spPr>
      </p:sp>
      <p:pic>
        <p:nvPicPr>
          <p:cNvPr id="6" name="Image 0" descr="/sessions/exciting-nifty-goodall/mnt/outputs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925" y="243870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local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de busca segmentadas por região de cada loja e por termos de compradores B2B (supermercados, atacadistas).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B85042"/>
          </a:solidFill>
          <a:ln/>
        </p:spPr>
      </p:sp>
      <p:sp>
        <p:nvSpPr>
          <p:cNvPr id="10" name="Shape 7"/>
          <p:cNvSpPr/>
          <p:nvPr/>
        </p:nvSpPr>
        <p:spPr>
          <a:xfrm>
            <a:off x="5509260" y="2331720"/>
            <a:ext cx="822960" cy="822960"/>
          </a:xfrm>
          <a:prstGeom prst="ellipse">
            <a:avLst/>
          </a:prstGeom>
          <a:solidFill>
            <a:srgbClr val="7A342A"/>
          </a:solidFill>
          <a:ln/>
        </p:spPr>
      </p:sp>
      <p:pic>
        <p:nvPicPr>
          <p:cNvPr id="11" name="Image 1" descr="/sessions/exciting-nifty-goodall/mnt/outputs/icons/ins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245" y="243870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(Insta/Facebook)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628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com o conteúdo criado, direcionados para awareness de marca e geração de leads com supermercados e atacadistas.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B85042"/>
          </a:solidFill>
          <a:ln/>
        </p:spPr>
      </p:sp>
      <p:sp>
        <p:nvSpPr>
          <p:cNvPr id="15" name="Shape 11"/>
          <p:cNvSpPr/>
          <p:nvPr/>
        </p:nvSpPr>
        <p:spPr>
          <a:xfrm>
            <a:off x="9212580" y="2331720"/>
            <a:ext cx="822960" cy="822960"/>
          </a:xfrm>
          <a:prstGeom prst="ellipse">
            <a:avLst/>
          </a:prstGeom>
          <a:solidFill>
            <a:srgbClr val="7A342A"/>
          </a:solidFill>
          <a:ln/>
        </p:spPr>
      </p:sp>
      <p:pic>
        <p:nvPicPr>
          <p:cNvPr id="16" name="Image 2" descr="/sessions/exciting-nifty-goodall/mnt/outputs/icons/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565" y="243870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38328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mensal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0" y="406908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simples com o que funcionou, custo por resultado e ajustes para o mês seguinte.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PACOTE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66560" cy="566928"/>
          </a:xfrm>
          <a:prstGeom prst="rect">
            <a:avLst/>
          </a:prstGeom>
          <a:solidFill>
            <a:srgbClr val="F7F3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institucional (isca — já entregue)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52160" y="18288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R$ 3.000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67665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9572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das 5 lojas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2160" y="23957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R$ 2.000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62656"/>
            <a:ext cx="6766560" cy="566928"/>
          </a:xfrm>
          <a:prstGeom prst="rect">
            <a:avLst/>
          </a:prstGeom>
          <a:solidFill>
            <a:srgbClr val="F7F3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6265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para Instagram (pacote inicial)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52160" y="2962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67665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958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Google (setup + otimização)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52160" y="35295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R$ 1.500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6766560" cy="566928"/>
          </a:xfrm>
          <a:prstGeom prst="rect">
            <a:avLst/>
          </a:prstGeom>
          <a:solidFill>
            <a:srgbClr val="F7F3E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96512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pago (setup + gestão do 1º mês)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52160" y="40965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R$ 2.000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73168"/>
            <a:ext cx="6766560" cy="1828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182880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7A342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2697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R$ 10.000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7955280" y="3611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completo, pagamento único ou parcelado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4206240"/>
            <a:ext cx="310896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389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já pronto para demonstração. Recorrência mensal de conteúdo, SEO e tráfego a combinar após o 1º mês.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colocamos tudo no 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 ajustes do site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 site institucional já desenvolvido e alinhamento de conteúdo.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3721608"/>
            <a:ext cx="109728" cy="109728"/>
          </a:xfrm>
          <a:prstGeom prst="ellipse">
            <a:avLst/>
          </a:prstGeom>
          <a:solidFill>
            <a:srgbClr val="7A342A"/>
          </a:solidFill>
          <a:ln/>
        </p:spPr>
      </p:sp>
      <p:sp>
        <p:nvSpPr>
          <p:cNvPr id="11" name="Shape 9"/>
          <p:cNvSpPr/>
          <p:nvPr/>
        </p:nvSpPr>
        <p:spPr>
          <a:xfrm>
            <a:off x="3410712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24231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9312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2-3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9312" y="3383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das lojas + Instagram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39312" y="41148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das 5 landing pages locais e primeiras peças de conteúdo.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9904" y="3721608"/>
            <a:ext cx="109728" cy="109728"/>
          </a:xfrm>
          <a:prstGeom prst="ellipse">
            <a:avLst/>
          </a:prstGeom>
          <a:solidFill>
            <a:srgbClr val="7A342A"/>
          </a:solidFill>
          <a:ln/>
        </p:spPr>
      </p:sp>
      <p:sp>
        <p:nvSpPr>
          <p:cNvPr id="18" name="Shape 16"/>
          <p:cNvSpPr/>
          <p:nvPr/>
        </p:nvSpPr>
        <p:spPr>
          <a:xfrm>
            <a:off x="6272784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01384" y="24231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501384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01384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1384" y="3383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Google Meu Negócio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01384" y="41148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técnica e configuração dos perfis de cada loja.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51976" y="3721608"/>
            <a:ext cx="109728" cy="109728"/>
          </a:xfrm>
          <a:prstGeom prst="ellipse">
            <a:avLst/>
          </a:prstGeom>
          <a:solidFill>
            <a:srgbClr val="7A3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34856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363456" y="24231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9363456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63456" y="3063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63456" y="33832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tráfego pago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363456" y="41148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campanhas no ar e acompanhamento de resultados.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Ingleses Congelados  •  Proposta Digital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3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8504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1005840" cy="10058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/sessions/exciting-nifty-goodall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50235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517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site já está pronto.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colocar o resto no ar?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completo por R$ 10.000 — site institucional com catálogo B2B, 5 landing pages locais, conteúdo para Instagram, SEO e tráfego pago.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21208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12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no WhatsApp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 ·  Desenvolvimento Web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2026-07-31T21:12:55Z</dcterms:created>
  <dcterms:modified xsi:type="dcterms:W3CDTF">2026-07-31T21:12:55Z</dcterms:modified>
</cp:coreProperties>
</file>